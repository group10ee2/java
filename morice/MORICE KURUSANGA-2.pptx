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4" r:id="rId6"/>
    <p:sldId id="262" r:id="rId7"/>
    <p:sldId id="258" r:id="rId8"/>
    <p:sldId id="263" r:id="rId9"/>
    <p:sldId id="261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872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626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798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601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02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531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098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172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291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89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67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518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32E7-283C-4EEC-8F24-93DEC5E7D837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59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7504" y="43934"/>
            <a:ext cx="9036496" cy="6814066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DAR ES SALAAM INSTITUTE OF TECHNOLOGY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9" name="Image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1" y="600908"/>
            <a:ext cx="4248472" cy="246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85800" y="226110"/>
            <a:ext cx="100410" cy="716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30134" rIns="7935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12975" algn="l"/>
              </a:tabLs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/>
            </a:r>
            <a:b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kumimoji="0" lang="en-GB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12975" algn="l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2728" y="3064644"/>
            <a:ext cx="84969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1297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DEPARTMENT OF ELECTRICAL ENGINEERING</a:t>
            </a:r>
            <a:endParaRPr lang="en-GB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1297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NTA LEVEL 8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1297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PROJECT TITLE: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    DESIGN AND IMPLEMENTATION OF INTELLIGENT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AND EFFICIENT TOMATO SORTING MACHINE WITH PRECISION AT ULANGA FOOD PANTRY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1297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PROJECT TYPE: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     PROBLEM SOLVING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1297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NAME OF STUDENT:</a:t>
            </a:r>
            <a:r>
              <a:rPr lang="en-US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MORICE KURUSANGA </a:t>
            </a: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REGISTRATION NO:</a:t>
            </a:r>
            <a:r>
              <a:rPr lang="en-US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2103303219562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1297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CLASS: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            BENG21-EE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21297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ACADEMIC YEAR:     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2024/2025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02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260648"/>
            <a:ext cx="7776864" cy="6408712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STATEMENT: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manual sorting of tomatoes in agricultural is a labor-intensive, time-consuming and error prone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process.This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often leads to inefficient, reduce productivity and increased operational costs. Also human error in sorting can affect the overall quality of the end product, impacting 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customer satisfaction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market value.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address these challenges, there is a need of an intelligent, automated sorting machine that can efficiently sort tomatoes based on ripeness and its quality. This system will improve sorting speed and reduce labor dependency.</a:t>
            </a:r>
          </a:p>
        </p:txBody>
      </p:sp>
    </p:spTree>
    <p:extLst>
      <p:ext uri="{BB962C8B-B14F-4D97-AF65-F5344CB8AC3E}">
        <p14:creationId xmlns:p14="http://schemas.microsoft.com/office/powerpoint/2010/main" val="51297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Main Objective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design and implement of an intelligent and     efficient tomato sorting machine with precision at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Ulanga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food pantry.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Specific objectives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design an intelligent tomato sorting machine based on machine learning.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simulate the assemble circuit.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build and test the prototype.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09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SIGNIFICANCE OF THE PROJECT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proposed system will reduce cost and labor dependency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proposed system will enhance time management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proposed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will ensure consistent quality of sorted tomatoes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proposed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will promote technological advancement in agriculture specifically tomato farming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proposed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will enable long and efficient preservation of tomatoes</a:t>
            </a:r>
          </a:p>
          <a:p>
            <a:pPr>
              <a:buFont typeface="Wingdings" pitchFamily="2" charset="2"/>
              <a:buChar char="Ø"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12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88640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en-GB" sz="2800" b="1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Literature review.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collection.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analysis.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Design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the proposed system.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Simulation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the proposed system.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Circuit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simulation.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Prototype building.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Prototype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testing.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7736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5721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Existing system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existing system relies on manual sorting of harvested tomatoes.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Ripe tomatoes are designated for immediate use.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Unripe tomatoes are sent to the pantry for storage, while rotten tomatoes are identified and discarded into the dumped section.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Disadvantage of the existing system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Time consuming, labor-intensive, prone to error and often result in inconsistencies and delays.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36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BLOCK DIAGRAM OF EXISTING SYSTEM</a:t>
            </a:r>
          </a:p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280920" cy="580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047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80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Proposed system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Harvested tomatoes are loaded into the hopper, which serves as the input unit.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color sensor then detects their ripeness or defects.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data is sent to the MCU(Microcontroller Unit), which processes the information and control the motor drive and robotic arm.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robotic arm picks up the tomatoes and places them into the appropriate container: ripe, unripe, or rotten.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power supply provide energy to all the components.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system ensures precise, efficient, and automated tomato sorting.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06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PROPOSED SYSTEM BLOCK DIAGRAM</a:t>
            </a: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8928992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986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COLLECTION.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PRIMARY DATA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799288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8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0"/>
            <a:ext cx="8748464" cy="68579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SECONDARY DATA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Microcontroller specifications.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7200800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37112"/>
            <a:ext cx="7457256" cy="242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9552" y="4067780"/>
            <a:ext cx="2952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Motor driver</a:t>
            </a:r>
          </a:p>
        </p:txBody>
      </p:sp>
    </p:spTree>
    <p:extLst>
      <p:ext uri="{BB962C8B-B14F-4D97-AF65-F5344CB8AC3E}">
        <p14:creationId xmlns:p14="http://schemas.microsoft.com/office/powerpoint/2010/main" val="160528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64087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rvo motor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08720"/>
            <a:ext cx="7200800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5613"/>
            <a:ext cx="7200800" cy="1081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4680520"/>
            <a:ext cx="7289428" cy="2204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11561" y="4252128"/>
            <a:ext cx="16561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Relay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5148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Color sensor</a:t>
            </a:r>
          </a:p>
          <a:p>
            <a:pPr marL="0" indent="0">
              <a:buNone/>
            </a:pPr>
            <a:endParaRPr lang="en-GB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836713"/>
            <a:ext cx="7347148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76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430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Deftones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usetr</dc:creator>
  <cp:lastModifiedBy>usetr</cp:lastModifiedBy>
  <cp:revision>47</cp:revision>
  <dcterms:created xsi:type="dcterms:W3CDTF">2024-11-17T18:07:10Z</dcterms:created>
  <dcterms:modified xsi:type="dcterms:W3CDTF">2025-02-16T04:36:08Z</dcterms:modified>
</cp:coreProperties>
</file>